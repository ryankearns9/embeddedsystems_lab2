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31"/>
    <p:restoredTop sz="94646"/>
  </p:normalViewPr>
  <p:slideViewPr>
    <p:cSldViewPr snapToGrid="0">
      <p:cViewPr varScale="1">
        <p:scale>
          <a:sx n="76" d="100"/>
          <a:sy n="76" d="100"/>
        </p:scale>
        <p:origin x="216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7DF09-CF6F-E917-FEE2-30E65EF253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28A325-E6F7-AAE8-D704-88EF5C6591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A755D4-B4DA-8D82-85E2-93692DAB5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8F285-1EB8-8444-BB8E-E64AD7B61D9E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EA547-498E-73B0-60AE-831AAA070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FFA50-EBDA-C622-A334-FC37CA9FB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7A82E-CC99-E042-9E40-A32A73EA9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334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AC0E4-3412-C77E-0FEA-BC3B33CBB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A720E-E76C-6D2C-7A27-D0DD9F37F0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682481-9318-60AB-C9C6-59813B26E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8F285-1EB8-8444-BB8E-E64AD7B61D9E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782E8-635B-BD2B-962C-CD7A2E6E6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C93F80-5D41-1998-B7BD-20D70B4E1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7A82E-CC99-E042-9E40-A32A73EA9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867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D0DFE-DA29-3336-5991-AFE1AC62A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0EF44-1E33-D1E5-D61F-91451297C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1CC68-EF45-B295-C074-60543194F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8F285-1EB8-8444-BB8E-E64AD7B61D9E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2A69F2-1A98-82A3-0CCC-7A4A7AA9D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A9CEF-CD5B-74F6-B973-EB58CB6FB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7A82E-CC99-E042-9E40-A32A73EA9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389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DBF31-8E7F-46D2-DF95-8D910319B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5A509-5060-138A-D7D0-C3E42C28AE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0656EA-5236-2359-A970-B9F9C34A9F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7F8DB1-43CC-2786-C262-65F74460E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8F285-1EB8-8444-BB8E-E64AD7B61D9E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C184BE-59D1-E2B3-8535-11F4AEABD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AEFE0F-9ED2-AF8B-2AA8-A7961A331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7A82E-CC99-E042-9E40-A32A73EA9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591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49D4B-81F8-E488-C281-1A1A49AA2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9EC93D-4DA9-53A0-5E0D-54E829BB9B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D08652-7BE0-E117-EEF9-BFA5D3AD22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38032D-6A87-7026-4E03-102D71D8F4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685F69-B554-DC4D-3DA9-FD2C384E01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58AE26-A73A-3967-B6E2-6AF128426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8F285-1EB8-8444-BB8E-E64AD7B61D9E}" type="datetimeFigureOut">
              <a:rPr lang="en-US" smtClean="0"/>
              <a:t>4/21/26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6180A1-CE6A-6952-2149-940CB17AB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89FE7E-00E0-15EF-80D2-D45F763D2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7A82E-CC99-E042-9E40-A32A73EA9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019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89B70-10C6-505D-3F78-4408C90D8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423B72-1145-8419-5ACA-3438D03AD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8F285-1EB8-8444-BB8E-E64AD7B61D9E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07516B-9CEF-FD7E-E23F-C30C8B687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6C186F-79B5-6046-B523-DF0CD80C7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7A82E-CC99-E042-9E40-A32A73EA9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580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E8F0C5-78DB-55C8-82C2-893A732C9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8F285-1EB8-8444-BB8E-E64AD7B61D9E}" type="datetimeFigureOut">
              <a:rPr lang="en-US" smtClean="0"/>
              <a:t>4/21/26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9B8C64-15C0-6853-0B81-3CBC0BB08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ED7007-C31D-CCAA-08F0-5C5D76112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7A82E-CC99-E042-9E40-A32A73EA9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962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B7938-A076-1521-8FB9-D0697122D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6488A-5181-3C6D-1074-F24EE25CBB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90D322-70F5-A99F-EDCB-78485C676E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7AF87B-699D-104F-A0CD-E5DB52E43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8F285-1EB8-8444-BB8E-E64AD7B61D9E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906BA2-C782-F3DF-01BC-008043C82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9D79AF-DF9E-E28C-7CB7-74E188A9B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7A82E-CC99-E042-9E40-A32A73EA9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664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DEA53-E609-E441-B640-06AEFDE9B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563619-26B3-160C-A48D-D08CD2538A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77A412-D1CC-29E9-CC17-8D09C515A7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523EE2-F5AE-E02A-6229-0CE17CE69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8F285-1EB8-8444-BB8E-E64AD7B61D9E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ECCACF-6ACF-ED9A-C042-53648D7E5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EB2C28-5611-1092-E228-D4DB61237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7A82E-CC99-E042-9E40-A32A73EA9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679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6ED66-A378-C2FE-CFD2-1961A5B60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4C9CF0-147E-5A0D-0F2F-9BBDCB027A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D688C-707B-192B-9F02-54B3894DB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8F285-1EB8-8444-BB8E-E64AD7B61D9E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F769C3-0FF3-8C0B-CC77-73DB5348E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7D41E-6A5A-13F3-6A01-95B1D0464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7A82E-CC99-E042-9E40-A32A73EA9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790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77B848-6FCA-DCA2-66F8-16B6F3ECE8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3C3688-0324-DB1C-757F-A495D6691C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915BB2-67F1-411E-D50E-A29A33B9B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8F285-1EB8-8444-BB8E-E64AD7B61D9E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EF10F-3079-CDDE-FCFC-1F498D314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B81E5-5212-C928-32CE-4CA3823E4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7A82E-CC99-E042-9E40-A32A73EA9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835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AEFA8F-2454-73F6-D0DE-7DB209C95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F8142B-2206-34AF-25FD-7454DFE95D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477512-B235-ADD2-738C-1B682304D7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B8F285-1EB8-8444-BB8E-E64AD7B61D9E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4806D-D6DB-9190-9C6E-B6F68794F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2794D-5F7A-3E3B-08A1-78A23766BB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47A82E-CC99-E042-9E40-A32A73EA9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739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1710D16-1867-99FE-8C0E-A2DD5BB23C56}"/>
              </a:ext>
            </a:extLst>
          </p:cNvPr>
          <p:cNvSpPr/>
          <p:nvPr/>
        </p:nvSpPr>
        <p:spPr>
          <a:xfrm>
            <a:off x="314404" y="2458302"/>
            <a:ext cx="2547582" cy="128630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IMU </a:t>
            </a:r>
          </a:p>
          <a:p>
            <a:pPr algn="ctr"/>
            <a:r>
              <a:rPr lang="en-US" dirty="0"/>
              <a:t>(MPU6050)</a:t>
            </a:r>
          </a:p>
          <a:p>
            <a:pPr algn="ctr"/>
            <a:r>
              <a:rPr lang="en-US" dirty="0"/>
              <a:t> Reading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8300105-D24B-D299-8B7D-8D61B9B24147}"/>
              </a:ext>
            </a:extLst>
          </p:cNvPr>
          <p:cNvSpPr/>
          <p:nvPr/>
        </p:nvSpPr>
        <p:spPr>
          <a:xfrm>
            <a:off x="3534107" y="2589661"/>
            <a:ext cx="2203672" cy="102358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Processor</a:t>
            </a:r>
          </a:p>
          <a:p>
            <a:pPr algn="ctr"/>
            <a:r>
              <a:rPr lang="en-US" dirty="0"/>
              <a:t>(SIM32F401)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4EA44A5-8E19-F30E-B478-C4E05AD92FBD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 flipV="1">
            <a:off x="2861986" y="3101452"/>
            <a:ext cx="67212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7D71AB52-6608-3FA2-8DA4-DED930D2E678}"/>
              </a:ext>
            </a:extLst>
          </p:cNvPr>
          <p:cNvSpPr/>
          <p:nvPr/>
        </p:nvSpPr>
        <p:spPr>
          <a:xfrm>
            <a:off x="3912864" y="4833011"/>
            <a:ext cx="1696872" cy="10235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Motor1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F7221A0-80A8-E780-9808-A0E78FA89C29}"/>
              </a:ext>
            </a:extLst>
          </p:cNvPr>
          <p:cNvSpPr/>
          <p:nvPr/>
        </p:nvSpPr>
        <p:spPr>
          <a:xfrm>
            <a:off x="701090" y="4609955"/>
            <a:ext cx="1774209" cy="14696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Encoder</a:t>
            </a:r>
          </a:p>
          <a:p>
            <a:pPr algn="ctr"/>
            <a:r>
              <a:rPr lang="en-US" dirty="0"/>
              <a:t>MT6701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3700B2C-7578-DAEE-E8E3-6CBB97ABA77F}"/>
              </a:ext>
            </a:extLst>
          </p:cNvPr>
          <p:cNvCxnSpPr>
            <a:stCxn id="10" idx="1"/>
          </p:cNvCxnSpPr>
          <p:nvPr/>
        </p:nvCxnSpPr>
        <p:spPr>
          <a:xfrm flipH="1" flipV="1">
            <a:off x="2115909" y="5344802"/>
            <a:ext cx="179695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808113F-4E94-B903-C131-06F5C9E26979}"/>
              </a:ext>
            </a:extLst>
          </p:cNvPr>
          <p:cNvCxnSpPr>
            <a:stCxn id="17" idx="0"/>
            <a:endCxn id="4" idx="4"/>
          </p:cNvCxnSpPr>
          <p:nvPr/>
        </p:nvCxnSpPr>
        <p:spPr>
          <a:xfrm flipV="1">
            <a:off x="1588195" y="3744603"/>
            <a:ext cx="0" cy="86535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9AB4D9C-0D1D-3679-7E16-06221747D913}"/>
              </a:ext>
            </a:extLst>
          </p:cNvPr>
          <p:cNvSpPr txBox="1"/>
          <p:nvPr/>
        </p:nvSpPr>
        <p:spPr>
          <a:xfrm>
            <a:off x="177135" y="1781661"/>
            <a:ext cx="523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5V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7F039F4-6CD7-C004-DC38-B3CE77B5437A}"/>
              </a:ext>
            </a:extLst>
          </p:cNvPr>
          <p:cNvCxnSpPr>
            <a:cxnSpLocks/>
            <a:stCxn id="30" idx="2"/>
            <a:endCxn id="4" idx="1"/>
          </p:cNvCxnSpPr>
          <p:nvPr/>
        </p:nvCxnSpPr>
        <p:spPr>
          <a:xfrm>
            <a:off x="439113" y="2150993"/>
            <a:ext cx="248376" cy="4956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BD90820-BCDB-3FB2-13AB-E879BB0D0A8D}"/>
              </a:ext>
            </a:extLst>
          </p:cNvPr>
          <p:cNvSpPr txBox="1"/>
          <p:nvPr/>
        </p:nvSpPr>
        <p:spPr>
          <a:xfrm>
            <a:off x="2507461" y="3430770"/>
            <a:ext cx="22138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Accelerometer</a:t>
            </a:r>
          </a:p>
          <a:p>
            <a:r>
              <a:rPr lang="en-US" dirty="0"/>
              <a:t>Angle Measurement</a:t>
            </a:r>
          </a:p>
          <a:p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B2A7774-281E-F07C-12A4-89015137930D}"/>
              </a:ext>
            </a:extLst>
          </p:cNvPr>
          <p:cNvSpPr/>
          <p:nvPr/>
        </p:nvSpPr>
        <p:spPr>
          <a:xfrm>
            <a:off x="5780333" y="4833009"/>
            <a:ext cx="1696872" cy="10235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Motor2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A338439-B7B2-68FF-EB61-9070713CB70C}"/>
              </a:ext>
            </a:extLst>
          </p:cNvPr>
          <p:cNvSpPr/>
          <p:nvPr/>
        </p:nvSpPr>
        <p:spPr>
          <a:xfrm>
            <a:off x="5812178" y="3381417"/>
            <a:ext cx="1696872" cy="10235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Motor Driver</a:t>
            </a:r>
          </a:p>
          <a:p>
            <a:pPr algn="ctr"/>
            <a:r>
              <a:rPr lang="en-US" dirty="0"/>
              <a:t>(TB6612)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552A8C7-1126-936B-8CB3-73FBB6252136}"/>
              </a:ext>
            </a:extLst>
          </p:cNvPr>
          <p:cNvSpPr txBox="1"/>
          <p:nvPr/>
        </p:nvSpPr>
        <p:spPr>
          <a:xfrm>
            <a:off x="8586085" y="3613243"/>
            <a:ext cx="1239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Batteries</a:t>
            </a:r>
          </a:p>
          <a:p>
            <a:r>
              <a:rPr lang="en-US" dirty="0"/>
              <a:t>7.2 V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44C48BF-3F5E-B739-799D-64A6D01EC7CF}"/>
              </a:ext>
            </a:extLst>
          </p:cNvPr>
          <p:cNvCxnSpPr>
            <a:cxnSpLocks/>
            <a:stCxn id="37" idx="1"/>
            <a:endCxn id="36" idx="3"/>
          </p:cNvCxnSpPr>
          <p:nvPr/>
        </p:nvCxnSpPr>
        <p:spPr>
          <a:xfrm flipH="1" flipV="1">
            <a:off x="7509050" y="3893209"/>
            <a:ext cx="1077035" cy="43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91747F3-3EE6-B0AD-CD42-4A8D840E4818}"/>
              </a:ext>
            </a:extLst>
          </p:cNvPr>
          <p:cNvCxnSpPr>
            <a:cxnSpLocks/>
            <a:stCxn id="36" idx="2"/>
            <a:endCxn id="35" idx="0"/>
          </p:cNvCxnSpPr>
          <p:nvPr/>
        </p:nvCxnSpPr>
        <p:spPr>
          <a:xfrm flipH="1">
            <a:off x="6628769" y="4405000"/>
            <a:ext cx="31845" cy="4280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0C0769B-2F28-1217-2FCB-26CEB9CDF4B3}"/>
              </a:ext>
            </a:extLst>
          </p:cNvPr>
          <p:cNvCxnSpPr>
            <a:stCxn id="36" idx="1"/>
            <a:endCxn id="10" idx="0"/>
          </p:cNvCxnSpPr>
          <p:nvPr/>
        </p:nvCxnSpPr>
        <p:spPr>
          <a:xfrm flipH="1">
            <a:off x="4761300" y="3893209"/>
            <a:ext cx="1050878" cy="9398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3505086-EEB3-8CD4-5E8A-EEBDEC5F0757}"/>
              </a:ext>
            </a:extLst>
          </p:cNvPr>
          <p:cNvCxnSpPr>
            <a:cxnSpLocks/>
            <a:stCxn id="5" idx="6"/>
            <a:endCxn id="36" idx="0"/>
          </p:cNvCxnSpPr>
          <p:nvPr/>
        </p:nvCxnSpPr>
        <p:spPr>
          <a:xfrm>
            <a:off x="5737779" y="3101452"/>
            <a:ext cx="922835" cy="2799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1B2E561-EF96-0AEA-60DE-60A5E4B14E55}"/>
              </a:ext>
            </a:extLst>
          </p:cNvPr>
          <p:cNvSpPr txBox="1"/>
          <p:nvPr/>
        </p:nvSpPr>
        <p:spPr>
          <a:xfrm>
            <a:off x="4293107" y="4065325"/>
            <a:ext cx="884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A0</a:t>
            </a:r>
          </a:p>
          <a:p>
            <a:r>
              <a:rPr lang="en-US" dirty="0"/>
              <a:t>A1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940B586-51E8-FF50-5DF0-9E2B58512502}"/>
              </a:ext>
            </a:extLst>
          </p:cNvPr>
          <p:cNvSpPr txBox="1"/>
          <p:nvPr/>
        </p:nvSpPr>
        <p:spPr>
          <a:xfrm>
            <a:off x="7656143" y="4448201"/>
            <a:ext cx="884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B0</a:t>
            </a:r>
          </a:p>
          <a:p>
            <a:r>
              <a:rPr lang="en-US" dirty="0"/>
              <a:t>B1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4B9FD8A-0EBE-6AA3-1601-3B90A0E1EE09}"/>
              </a:ext>
            </a:extLst>
          </p:cNvPr>
          <p:cNvSpPr txBox="1"/>
          <p:nvPr/>
        </p:nvSpPr>
        <p:spPr>
          <a:xfrm>
            <a:off x="6023930" y="1195978"/>
            <a:ext cx="134038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AI1</a:t>
            </a:r>
          </a:p>
          <a:p>
            <a:r>
              <a:rPr lang="en-US" dirty="0"/>
              <a:t>AI2</a:t>
            </a:r>
          </a:p>
          <a:p>
            <a:r>
              <a:rPr lang="en-US" dirty="0"/>
              <a:t>PWMA</a:t>
            </a:r>
          </a:p>
          <a:p>
            <a:r>
              <a:rPr lang="en-US" dirty="0"/>
              <a:t>BI1</a:t>
            </a:r>
          </a:p>
          <a:p>
            <a:r>
              <a:rPr lang="en-US" dirty="0"/>
              <a:t>BI2</a:t>
            </a:r>
          </a:p>
          <a:p>
            <a:r>
              <a:rPr lang="en-US" dirty="0"/>
              <a:t>PWMB</a:t>
            </a:r>
          </a:p>
          <a:p>
            <a:r>
              <a:rPr lang="en-US" dirty="0"/>
              <a:t>Standby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C2FB7F5-26A8-30F6-88FE-2C65EF4AF39D}"/>
              </a:ext>
            </a:extLst>
          </p:cNvPr>
          <p:cNvSpPr txBox="1"/>
          <p:nvPr/>
        </p:nvSpPr>
        <p:spPr>
          <a:xfrm>
            <a:off x="4853644" y="3790961"/>
            <a:ext cx="795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3.3V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52A5FFE-3E4B-4556-6B60-1C5A973A7066}"/>
              </a:ext>
            </a:extLst>
          </p:cNvPr>
          <p:cNvCxnSpPr>
            <a:cxnSpLocks/>
            <a:stCxn id="53" idx="0"/>
            <a:endCxn id="5" idx="5"/>
          </p:cNvCxnSpPr>
          <p:nvPr/>
        </p:nvCxnSpPr>
        <p:spPr>
          <a:xfrm flipV="1">
            <a:off x="5251578" y="3463343"/>
            <a:ext cx="163481" cy="3276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>
            <a:extLst>
              <a:ext uri="{FF2B5EF4-FFF2-40B4-BE49-F238E27FC236}">
                <a16:creationId xmlns:a16="http://schemas.microsoft.com/office/drawing/2014/main" id="{DD349324-6F0F-EB73-0472-200A8502FC63}"/>
              </a:ext>
            </a:extLst>
          </p:cNvPr>
          <p:cNvSpPr/>
          <p:nvPr/>
        </p:nvSpPr>
        <p:spPr>
          <a:xfrm>
            <a:off x="9361799" y="1857619"/>
            <a:ext cx="1696872" cy="102358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Voltage Regulator</a:t>
            </a:r>
          </a:p>
          <a:p>
            <a:pPr algn="ctr"/>
            <a:r>
              <a:rPr lang="en-US" dirty="0"/>
              <a:t>(LM1117)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A2650CF-7C76-5A67-D781-4A2CFB863E06}"/>
              </a:ext>
            </a:extLst>
          </p:cNvPr>
          <p:cNvCxnSpPr>
            <a:stCxn id="37" idx="0"/>
            <a:endCxn id="58" idx="4"/>
          </p:cNvCxnSpPr>
          <p:nvPr/>
        </p:nvCxnSpPr>
        <p:spPr>
          <a:xfrm flipV="1">
            <a:off x="9205922" y="2881201"/>
            <a:ext cx="1004313" cy="7320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75E6E03F-F0AF-539F-CB3F-8A1DCB4E0628}"/>
              </a:ext>
            </a:extLst>
          </p:cNvPr>
          <p:cNvSpPr txBox="1"/>
          <p:nvPr/>
        </p:nvSpPr>
        <p:spPr>
          <a:xfrm>
            <a:off x="7851855" y="2541680"/>
            <a:ext cx="49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5V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A664EFB4-5DCF-FE2C-3DC2-A16FA68DAF16}"/>
              </a:ext>
            </a:extLst>
          </p:cNvPr>
          <p:cNvCxnSpPr>
            <a:stCxn id="58" idx="2"/>
            <a:endCxn id="61" idx="3"/>
          </p:cNvCxnSpPr>
          <p:nvPr/>
        </p:nvCxnSpPr>
        <p:spPr>
          <a:xfrm flipH="1">
            <a:off x="8344503" y="2369410"/>
            <a:ext cx="1017296" cy="3569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>
            <a:extLst>
              <a:ext uri="{FF2B5EF4-FFF2-40B4-BE49-F238E27FC236}">
                <a16:creationId xmlns:a16="http://schemas.microsoft.com/office/drawing/2014/main" id="{5C247B68-BD86-9B61-F493-4EDCF5D7BE0C}"/>
              </a:ext>
            </a:extLst>
          </p:cNvPr>
          <p:cNvSpPr/>
          <p:nvPr/>
        </p:nvSpPr>
        <p:spPr>
          <a:xfrm>
            <a:off x="7254135" y="942746"/>
            <a:ext cx="1696872" cy="102358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Voltage Regulator</a:t>
            </a:r>
          </a:p>
          <a:p>
            <a:pPr algn="ctr"/>
            <a:r>
              <a:rPr lang="en-US" dirty="0"/>
              <a:t>(LM1117)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E753E567-AE1E-B4D3-E0F5-007344A3BD2F}"/>
              </a:ext>
            </a:extLst>
          </p:cNvPr>
          <p:cNvCxnSpPr>
            <a:stCxn id="61" idx="0"/>
            <a:endCxn id="65" idx="4"/>
          </p:cNvCxnSpPr>
          <p:nvPr/>
        </p:nvCxnSpPr>
        <p:spPr>
          <a:xfrm flipV="1">
            <a:off x="8098179" y="1966328"/>
            <a:ext cx="4392" cy="5753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D852CFC2-7B27-CD46-B663-366A62B6BD6E}"/>
              </a:ext>
            </a:extLst>
          </p:cNvPr>
          <p:cNvSpPr txBox="1"/>
          <p:nvPr/>
        </p:nvSpPr>
        <p:spPr>
          <a:xfrm>
            <a:off x="9579434" y="1155903"/>
            <a:ext cx="800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3.3V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1B4465EF-772D-EFB8-230E-7020EBBFC106}"/>
              </a:ext>
            </a:extLst>
          </p:cNvPr>
          <p:cNvCxnSpPr>
            <a:endCxn id="71" idx="1"/>
          </p:cNvCxnSpPr>
          <p:nvPr/>
        </p:nvCxnSpPr>
        <p:spPr>
          <a:xfrm flipV="1">
            <a:off x="8951007" y="1340569"/>
            <a:ext cx="628427" cy="677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88DCD862-A9C2-D907-0344-ADA872487C27}"/>
              </a:ext>
            </a:extLst>
          </p:cNvPr>
          <p:cNvSpPr txBox="1"/>
          <p:nvPr/>
        </p:nvSpPr>
        <p:spPr>
          <a:xfrm>
            <a:off x="657113" y="6488668"/>
            <a:ext cx="795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3.3V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060C5424-C66D-36C1-6C30-399CC4FEDB13}"/>
              </a:ext>
            </a:extLst>
          </p:cNvPr>
          <p:cNvCxnSpPr>
            <a:cxnSpLocks/>
            <a:stCxn id="74" idx="0"/>
          </p:cNvCxnSpPr>
          <p:nvPr/>
        </p:nvCxnSpPr>
        <p:spPr>
          <a:xfrm flipV="1">
            <a:off x="1055047" y="6091509"/>
            <a:ext cx="522599" cy="3971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D7F55A2C-909C-CBFD-00BF-5B93D5CC0A29}"/>
              </a:ext>
            </a:extLst>
          </p:cNvPr>
          <p:cNvSpPr txBox="1"/>
          <p:nvPr/>
        </p:nvSpPr>
        <p:spPr>
          <a:xfrm>
            <a:off x="1861717" y="3761075"/>
            <a:ext cx="22138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IC^2</a:t>
            </a:r>
          </a:p>
          <a:p>
            <a:r>
              <a:rPr lang="en-US" dirty="0"/>
              <a:t>SDA</a:t>
            </a:r>
          </a:p>
          <a:p>
            <a:r>
              <a:rPr lang="en-US" dirty="0"/>
              <a:t>SCK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52695E5A-DA43-94EB-341C-7955FFCB315C}"/>
              </a:ext>
            </a:extLst>
          </p:cNvPr>
          <p:cNvSpPr/>
          <p:nvPr/>
        </p:nvSpPr>
        <p:spPr>
          <a:xfrm>
            <a:off x="2336044" y="1208523"/>
            <a:ext cx="1696872" cy="102358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ESP8266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7BEC0A9-09BC-9893-F086-6289138CECAF}"/>
              </a:ext>
            </a:extLst>
          </p:cNvPr>
          <p:cNvSpPr txBox="1"/>
          <p:nvPr/>
        </p:nvSpPr>
        <p:spPr>
          <a:xfrm>
            <a:off x="943846" y="1108847"/>
            <a:ext cx="795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3.3V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DB4DF488-D8ED-FCA3-DBDB-9E736595C692}"/>
              </a:ext>
            </a:extLst>
          </p:cNvPr>
          <p:cNvCxnSpPr>
            <a:cxnSpLocks/>
            <a:stCxn id="83" idx="2"/>
            <a:endCxn id="79" idx="2"/>
          </p:cNvCxnSpPr>
          <p:nvPr/>
        </p:nvCxnSpPr>
        <p:spPr>
          <a:xfrm>
            <a:off x="1341780" y="1478179"/>
            <a:ext cx="994264" cy="2421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7C79580F-ACD6-1F49-055C-7581C4A30473}"/>
              </a:ext>
            </a:extLst>
          </p:cNvPr>
          <p:cNvCxnSpPr>
            <a:cxnSpLocks/>
            <a:stCxn id="79" idx="5"/>
            <a:endCxn id="5" idx="1"/>
          </p:cNvCxnSpPr>
          <p:nvPr/>
        </p:nvCxnSpPr>
        <p:spPr>
          <a:xfrm>
            <a:off x="3784415" y="2082205"/>
            <a:ext cx="72412" cy="65735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Oval 89">
            <a:extLst>
              <a:ext uri="{FF2B5EF4-FFF2-40B4-BE49-F238E27FC236}">
                <a16:creationId xmlns:a16="http://schemas.microsoft.com/office/drawing/2014/main" id="{C02FFD1E-574A-D6DA-1364-409E54F153CC}"/>
              </a:ext>
            </a:extLst>
          </p:cNvPr>
          <p:cNvSpPr/>
          <p:nvPr/>
        </p:nvSpPr>
        <p:spPr>
          <a:xfrm>
            <a:off x="4627027" y="39285"/>
            <a:ext cx="1696872" cy="102358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LED</a:t>
            </a:r>
          </a:p>
          <a:p>
            <a:pPr algn="ctr"/>
            <a:r>
              <a:rPr lang="en-US" dirty="0"/>
              <a:t>WS2611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A95696A7-51DE-8C24-AA2F-326BE0AF17AC}"/>
              </a:ext>
            </a:extLst>
          </p:cNvPr>
          <p:cNvCxnSpPr>
            <a:cxnSpLocks/>
            <a:stCxn id="5" idx="7"/>
            <a:endCxn id="90" idx="4"/>
          </p:cNvCxnSpPr>
          <p:nvPr/>
        </p:nvCxnSpPr>
        <p:spPr>
          <a:xfrm flipV="1">
            <a:off x="5415059" y="1062867"/>
            <a:ext cx="60404" cy="16766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BA27BC81-6232-F419-4409-CDA88BA48B19}"/>
              </a:ext>
            </a:extLst>
          </p:cNvPr>
          <p:cNvSpPr txBox="1"/>
          <p:nvPr/>
        </p:nvSpPr>
        <p:spPr>
          <a:xfrm>
            <a:off x="5442901" y="1466341"/>
            <a:ext cx="668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Din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EEFD7B5-AFAC-6656-CAEF-23886006DB81}"/>
              </a:ext>
            </a:extLst>
          </p:cNvPr>
          <p:cNvSpPr txBox="1"/>
          <p:nvPr/>
        </p:nvSpPr>
        <p:spPr>
          <a:xfrm>
            <a:off x="7215227" y="253371"/>
            <a:ext cx="523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5V</a:t>
            </a: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1E00660D-8C92-C918-3DA6-B47634A2A92E}"/>
              </a:ext>
            </a:extLst>
          </p:cNvPr>
          <p:cNvCxnSpPr>
            <a:cxnSpLocks/>
            <a:stCxn id="96" idx="1"/>
            <a:endCxn id="90" idx="6"/>
          </p:cNvCxnSpPr>
          <p:nvPr/>
        </p:nvCxnSpPr>
        <p:spPr>
          <a:xfrm flipH="1">
            <a:off x="6323899" y="438037"/>
            <a:ext cx="891328" cy="1130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Oval 118">
            <a:extLst>
              <a:ext uri="{FF2B5EF4-FFF2-40B4-BE49-F238E27FC236}">
                <a16:creationId xmlns:a16="http://schemas.microsoft.com/office/drawing/2014/main" id="{8C32C815-EDCC-7FE0-A8AD-E9E29827AEFB}"/>
              </a:ext>
            </a:extLst>
          </p:cNvPr>
          <p:cNvSpPr/>
          <p:nvPr/>
        </p:nvSpPr>
        <p:spPr>
          <a:xfrm>
            <a:off x="2336044" y="85603"/>
            <a:ext cx="1696872" cy="102358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Encoder</a:t>
            </a:r>
          </a:p>
          <a:p>
            <a:pPr algn="ctr"/>
            <a:r>
              <a:rPr lang="en-US" dirty="0"/>
              <a:t>WS2611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0B220602-538E-A36E-88EB-A86DFEBD8F46}"/>
              </a:ext>
            </a:extLst>
          </p:cNvPr>
          <p:cNvSpPr txBox="1"/>
          <p:nvPr/>
        </p:nvSpPr>
        <p:spPr>
          <a:xfrm>
            <a:off x="1343220" y="415275"/>
            <a:ext cx="772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3.3V</a:t>
            </a:r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345F343E-3304-2574-8DEF-39B0CB4E15C5}"/>
              </a:ext>
            </a:extLst>
          </p:cNvPr>
          <p:cNvCxnSpPr>
            <a:cxnSpLocks/>
            <a:stCxn id="123" idx="3"/>
            <a:endCxn id="119" idx="2"/>
          </p:cNvCxnSpPr>
          <p:nvPr/>
        </p:nvCxnSpPr>
        <p:spPr>
          <a:xfrm flipV="1">
            <a:off x="2115910" y="597394"/>
            <a:ext cx="220134" cy="25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381DC4D4-049B-20D4-A927-F115B946467C}"/>
              </a:ext>
            </a:extLst>
          </p:cNvPr>
          <p:cNvCxnSpPr>
            <a:stCxn id="119" idx="5"/>
            <a:endCxn id="5" idx="0"/>
          </p:cNvCxnSpPr>
          <p:nvPr/>
        </p:nvCxnSpPr>
        <p:spPr>
          <a:xfrm>
            <a:off x="3784415" y="959285"/>
            <a:ext cx="851528" cy="16303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0074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65</Words>
  <Application>Microsoft Macintosh PowerPoint</Application>
  <PresentationFormat>Widescreen</PresentationFormat>
  <Paragraphs>47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 Kearns</dc:creator>
  <cp:lastModifiedBy>Ryan Kearns</cp:lastModifiedBy>
  <cp:revision>2</cp:revision>
  <dcterms:created xsi:type="dcterms:W3CDTF">2026-04-21T18:06:17Z</dcterms:created>
  <dcterms:modified xsi:type="dcterms:W3CDTF">2026-04-21T19:50:52Z</dcterms:modified>
</cp:coreProperties>
</file>